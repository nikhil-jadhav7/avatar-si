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Avatarsi: AI-Powered Study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Transforming Education with Intelligent Planning</a:t>
            </a:r>
          </a:p>
          <a:p>
            <a:r>
              <a:t>College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What is Avatarsi?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A Java Spring Boot web application for education.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Bridges the gap between scattered materials and structured learning.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Acts as a smart companion that understands documents.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Plans study schedules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Information Overload: Massive PDFs take hours to read.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Poor Time Management: Students struggle to plan study schedules.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Resource Discovery: Finding quality tutorials is time-consuming.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Information Retrieval: Searching inside PDFs is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Automated Note Summarization: Upload PDFs for instant summaries.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Dynamic Study Plan Generation: Topic &amp; exam date based roadmap.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Smart Document Search: Search concepts across all materials.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Curated Video Recommendations: Suggests relevant YouTube tutorials.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Value for Teaching &amp;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Curriculum Planning: Divide syllabus based on exam dates.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Instant Handouts: Generate summaries from lecture notes.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Flipped Classroom: Attach YouTube links for pre-class assignments.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Student Support: Quickly locate concepts in course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Backend Framework: Java Spring Boot.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Document Processing: Apache PDFBox.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AI &amp; Logic Layer: Custom AIService handling text &amp; dates.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Frontend: HTML/CSS for a clean UI.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Design Pattern: MVC (Model-View-Controller).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1C40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</a:defRPr>
            </a:pPr>
            <a:r>
              <a:t>Avatarsi is a comprehensive ecosystem for education.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Saves time for teachers and provides structure for students.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Makes learning targeted and efficient.</a:t>
            </a:r>
          </a:p>
          <a:p>
            <a:pPr>
              <a:defRPr>
                <a:solidFill>
                  <a:srgbClr val="ECF0F1"/>
                </a:solidFill>
              </a:defRPr>
            </a:pPr>
            <a:r>
              <a:t>"Smart learning is about working with the right tools."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